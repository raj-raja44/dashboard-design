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7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68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878E29-7EB3-4BBB-A4FF-086F78493BD6}" v="17" dt="2025-04-11T09:09:45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u otlam" userId="e7af6e60409269ff" providerId="LiveId" clId="{27878E29-7EB3-4BBB-A4FF-086F78493BD6}"/>
    <pc:docChg chg="undo custSel addSld delSld modSld">
      <pc:chgData name="raju otlam" userId="e7af6e60409269ff" providerId="LiveId" clId="{27878E29-7EB3-4BBB-A4FF-086F78493BD6}" dt="2025-04-11T09:10:27.003" v="168" actId="2696"/>
      <pc:docMkLst>
        <pc:docMk/>
      </pc:docMkLst>
      <pc:sldChg chg="del">
        <pc:chgData name="raju otlam" userId="e7af6e60409269ff" providerId="LiveId" clId="{27878E29-7EB3-4BBB-A4FF-086F78493BD6}" dt="2025-04-11T09:09:50.545" v="155" actId="2696"/>
        <pc:sldMkLst>
          <pc:docMk/>
          <pc:sldMk cId="0" sldId="257"/>
        </pc:sldMkLst>
      </pc:sldChg>
      <pc:sldChg chg="del">
        <pc:chgData name="raju otlam" userId="e7af6e60409269ff" providerId="LiveId" clId="{27878E29-7EB3-4BBB-A4FF-086F78493BD6}" dt="2025-04-11T09:09:53.750" v="156" actId="2696"/>
        <pc:sldMkLst>
          <pc:docMk/>
          <pc:sldMk cId="0" sldId="258"/>
        </pc:sldMkLst>
      </pc:sldChg>
      <pc:sldChg chg="del">
        <pc:chgData name="raju otlam" userId="e7af6e60409269ff" providerId="LiveId" clId="{27878E29-7EB3-4BBB-A4FF-086F78493BD6}" dt="2025-04-11T09:10:02.125" v="159" actId="2696"/>
        <pc:sldMkLst>
          <pc:docMk/>
          <pc:sldMk cId="0" sldId="259"/>
        </pc:sldMkLst>
      </pc:sldChg>
      <pc:sldChg chg="del">
        <pc:chgData name="raju otlam" userId="e7af6e60409269ff" providerId="LiveId" clId="{27878E29-7EB3-4BBB-A4FF-086F78493BD6}" dt="2025-04-11T09:10:10.574" v="162" actId="2696"/>
        <pc:sldMkLst>
          <pc:docMk/>
          <pc:sldMk cId="0" sldId="260"/>
        </pc:sldMkLst>
      </pc:sldChg>
      <pc:sldChg chg="del">
        <pc:chgData name="raju otlam" userId="e7af6e60409269ff" providerId="LiveId" clId="{27878E29-7EB3-4BBB-A4FF-086F78493BD6}" dt="2025-04-11T09:10:13.164" v="163" actId="2696"/>
        <pc:sldMkLst>
          <pc:docMk/>
          <pc:sldMk cId="0" sldId="261"/>
        </pc:sldMkLst>
      </pc:sldChg>
      <pc:sldChg chg="del">
        <pc:chgData name="raju otlam" userId="e7af6e60409269ff" providerId="LiveId" clId="{27878E29-7EB3-4BBB-A4FF-086F78493BD6}" dt="2025-04-11T09:10:16.245" v="164" actId="2696"/>
        <pc:sldMkLst>
          <pc:docMk/>
          <pc:sldMk cId="0" sldId="262"/>
        </pc:sldMkLst>
      </pc:sldChg>
      <pc:sldChg chg="del">
        <pc:chgData name="raju otlam" userId="e7af6e60409269ff" providerId="LiveId" clId="{27878E29-7EB3-4BBB-A4FF-086F78493BD6}" dt="2025-04-11T09:10:18.760" v="165" actId="2696"/>
        <pc:sldMkLst>
          <pc:docMk/>
          <pc:sldMk cId="0" sldId="263"/>
        </pc:sldMkLst>
      </pc:sldChg>
      <pc:sldChg chg="del">
        <pc:chgData name="raju otlam" userId="e7af6e60409269ff" providerId="LiveId" clId="{27878E29-7EB3-4BBB-A4FF-086F78493BD6}" dt="2025-04-11T09:10:21.212" v="166" actId="2696"/>
        <pc:sldMkLst>
          <pc:docMk/>
          <pc:sldMk cId="0" sldId="264"/>
        </pc:sldMkLst>
      </pc:sldChg>
      <pc:sldChg chg="del">
        <pc:chgData name="raju otlam" userId="e7af6e60409269ff" providerId="LiveId" clId="{27878E29-7EB3-4BBB-A4FF-086F78493BD6}" dt="2025-04-11T09:10:24.403" v="167" actId="2696"/>
        <pc:sldMkLst>
          <pc:docMk/>
          <pc:sldMk cId="0" sldId="265"/>
        </pc:sldMkLst>
      </pc:sldChg>
      <pc:sldChg chg="del">
        <pc:chgData name="raju otlam" userId="e7af6e60409269ff" providerId="LiveId" clId="{27878E29-7EB3-4BBB-A4FF-086F78493BD6}" dt="2025-04-11T09:10:27.003" v="168" actId="2696"/>
        <pc:sldMkLst>
          <pc:docMk/>
          <pc:sldMk cId="0" sldId="266"/>
        </pc:sldMkLst>
      </pc:sldChg>
      <pc:sldChg chg="addSp delSp modSp mod">
        <pc:chgData name="raju otlam" userId="e7af6e60409269ff" providerId="LiveId" clId="{27878E29-7EB3-4BBB-A4FF-086F78493BD6}" dt="2025-04-11T09:04:54.247" v="77" actId="688"/>
        <pc:sldMkLst>
          <pc:docMk/>
          <pc:sldMk cId="507660784" sldId="267"/>
        </pc:sldMkLst>
        <pc:spChg chg="del mod">
          <ac:chgData name="raju otlam" userId="e7af6e60409269ff" providerId="LiveId" clId="{27878E29-7EB3-4BBB-A4FF-086F78493BD6}" dt="2025-04-11T09:01:06.754" v="9" actId="21"/>
          <ac:spMkLst>
            <pc:docMk/>
            <pc:sldMk cId="507660784" sldId="267"/>
            <ac:spMk id="2" creationId="{7B80A9F0-49B3-266D-2AC9-352EB3760998}"/>
          </ac:spMkLst>
        </pc:spChg>
        <pc:spChg chg="del">
          <ac:chgData name="raju otlam" userId="e7af6e60409269ff" providerId="LiveId" clId="{27878E29-7EB3-4BBB-A4FF-086F78493BD6}" dt="2025-04-11T09:01:13.661" v="10" actId="21"/>
          <ac:spMkLst>
            <pc:docMk/>
            <pc:sldMk cId="507660784" sldId="267"/>
            <ac:spMk id="3" creationId="{FB35C89C-C1A7-3142-0B75-9BBE4EB7AED7}"/>
          </ac:spMkLst>
        </pc:spChg>
        <pc:spChg chg="add del mod">
          <ac:chgData name="raju otlam" userId="e7af6e60409269ff" providerId="LiveId" clId="{27878E29-7EB3-4BBB-A4FF-086F78493BD6}" dt="2025-04-11T09:01:18.011" v="11"/>
          <ac:spMkLst>
            <pc:docMk/>
            <pc:sldMk cId="507660784" sldId="267"/>
            <ac:spMk id="5" creationId="{FAABFE7C-C486-0AD2-E175-2399E0A814F0}"/>
          </ac:spMkLst>
        </pc:spChg>
        <pc:spChg chg="add del mod">
          <ac:chgData name="raju otlam" userId="e7af6e60409269ff" providerId="LiveId" clId="{27878E29-7EB3-4BBB-A4FF-086F78493BD6}" dt="2025-04-11T09:02:05.229" v="24"/>
          <ac:spMkLst>
            <pc:docMk/>
            <pc:sldMk cId="507660784" sldId="267"/>
            <ac:spMk id="7" creationId="{80EE16E2-7C27-96A5-B6E6-2515EB270719}"/>
          </ac:spMkLst>
        </pc:spChg>
        <pc:spChg chg="add del mod">
          <ac:chgData name="raju otlam" userId="e7af6e60409269ff" providerId="LiveId" clId="{27878E29-7EB3-4BBB-A4FF-086F78493BD6}" dt="2025-04-11T09:01:23.482" v="12" actId="21"/>
          <ac:spMkLst>
            <pc:docMk/>
            <pc:sldMk cId="507660784" sldId="267"/>
            <ac:spMk id="8" creationId="{FB35C89C-C1A7-3142-0B75-9BBE4EB7AED7}"/>
          </ac:spMkLst>
        </pc:spChg>
        <pc:spChg chg="add del mod">
          <ac:chgData name="raju otlam" userId="e7af6e60409269ff" providerId="LiveId" clId="{27878E29-7EB3-4BBB-A4FF-086F78493BD6}" dt="2025-04-11T09:02:01.677" v="23" actId="21"/>
          <ac:spMkLst>
            <pc:docMk/>
            <pc:sldMk cId="507660784" sldId="267"/>
            <ac:spMk id="10" creationId="{08F283E7-B0BC-79F5-0C9E-8717DC9EBDBE}"/>
          </ac:spMkLst>
        </pc:spChg>
        <pc:spChg chg="add del mod">
          <ac:chgData name="raju otlam" userId="e7af6e60409269ff" providerId="LiveId" clId="{27878E29-7EB3-4BBB-A4FF-086F78493BD6}" dt="2025-04-11T09:02:24" v="27" actId="21"/>
          <ac:spMkLst>
            <pc:docMk/>
            <pc:sldMk cId="507660784" sldId="267"/>
            <ac:spMk id="12" creationId="{F325E128-F3A8-FCCB-6CFD-DFCC363ADCD2}"/>
          </ac:spMkLst>
        </pc:spChg>
        <pc:spChg chg="add mod">
          <ac:chgData name="raju otlam" userId="e7af6e60409269ff" providerId="LiveId" clId="{27878E29-7EB3-4BBB-A4FF-086F78493BD6}" dt="2025-04-11T09:03:43.763" v="43" actId="14100"/>
          <ac:spMkLst>
            <pc:docMk/>
            <pc:sldMk cId="507660784" sldId="267"/>
            <ac:spMk id="13" creationId="{08F283E7-B0BC-79F5-0C9E-8717DC9EBDBE}"/>
          </ac:spMkLst>
        </pc:spChg>
        <pc:spChg chg="add mod">
          <ac:chgData name="raju otlam" userId="e7af6e60409269ff" providerId="LiveId" clId="{27878E29-7EB3-4BBB-A4FF-086F78493BD6}" dt="2025-04-11T09:04:21.191" v="73" actId="20577"/>
          <ac:spMkLst>
            <pc:docMk/>
            <pc:sldMk cId="507660784" sldId="267"/>
            <ac:spMk id="14" creationId="{CF0EF643-89E8-9491-6FE5-689B4C0D4ACB}"/>
          </ac:spMkLst>
        </pc:spChg>
        <pc:spChg chg="add mod">
          <ac:chgData name="raju otlam" userId="e7af6e60409269ff" providerId="LiveId" clId="{27878E29-7EB3-4BBB-A4FF-086F78493BD6}" dt="2025-04-11T09:04:54.247" v="77" actId="688"/>
          <ac:spMkLst>
            <pc:docMk/>
            <pc:sldMk cId="507660784" sldId="267"/>
            <ac:spMk id="16" creationId="{61A634FC-19D7-7241-C924-D12935FE9FB7}"/>
          </ac:spMkLst>
        </pc:spChg>
        <pc:picChg chg="del mod">
          <ac:chgData name="raju otlam" userId="e7af6e60409269ff" providerId="LiveId" clId="{27878E29-7EB3-4BBB-A4FF-086F78493BD6}" dt="2025-04-11T09:00:59.475" v="8" actId="21"/>
          <ac:picMkLst>
            <pc:docMk/>
            <pc:sldMk cId="507660784" sldId="267"/>
            <ac:picMk id="2054" creationId="{E548B3CD-D620-CD50-800D-AB9457341CC8}"/>
          </ac:picMkLst>
        </pc:picChg>
      </pc:sldChg>
      <pc:sldChg chg="add del setBg">
        <pc:chgData name="raju otlam" userId="e7af6e60409269ff" providerId="LiveId" clId="{27878E29-7EB3-4BBB-A4FF-086F78493BD6}" dt="2025-04-11T09:05:36.515" v="80"/>
        <pc:sldMkLst>
          <pc:docMk/>
          <pc:sldMk cId="0" sldId="269"/>
        </pc:sldMkLst>
      </pc:sldChg>
      <pc:sldChg chg="add setBg">
        <pc:chgData name="raju otlam" userId="e7af6e60409269ff" providerId="LiveId" clId="{27878E29-7EB3-4BBB-A4FF-086F78493BD6}" dt="2025-04-11T09:05:54.905" v="81"/>
        <pc:sldMkLst>
          <pc:docMk/>
          <pc:sldMk cId="0" sldId="270"/>
        </pc:sldMkLst>
      </pc:sldChg>
      <pc:sldChg chg="add setBg">
        <pc:chgData name="raju otlam" userId="e7af6e60409269ff" providerId="LiveId" clId="{27878E29-7EB3-4BBB-A4FF-086F78493BD6}" dt="2025-04-11T09:06:11.913" v="82"/>
        <pc:sldMkLst>
          <pc:docMk/>
          <pc:sldMk cId="0" sldId="271"/>
        </pc:sldMkLst>
      </pc:sldChg>
      <pc:sldChg chg="add setBg">
        <pc:chgData name="raju otlam" userId="e7af6e60409269ff" providerId="LiveId" clId="{27878E29-7EB3-4BBB-A4FF-086F78493BD6}" dt="2025-04-11T09:06:27.517" v="83"/>
        <pc:sldMkLst>
          <pc:docMk/>
          <pc:sldMk cId="0" sldId="272"/>
        </pc:sldMkLst>
      </pc:sldChg>
      <pc:sldChg chg="addSp delSp modSp add mod setBg">
        <pc:chgData name="raju otlam" userId="e7af6e60409269ff" providerId="LiveId" clId="{27878E29-7EB3-4BBB-A4FF-086F78493BD6}" dt="2025-04-11T09:09:30.518" v="153" actId="1076"/>
        <pc:sldMkLst>
          <pc:docMk/>
          <pc:sldMk cId="0" sldId="273"/>
        </pc:sldMkLst>
        <pc:spChg chg="mod">
          <ac:chgData name="raju otlam" userId="e7af6e60409269ff" providerId="LiveId" clId="{27878E29-7EB3-4BBB-A4FF-086F78493BD6}" dt="2025-04-11T09:08:00.775" v="137" actId="20577"/>
          <ac:spMkLst>
            <pc:docMk/>
            <pc:sldMk cId="0" sldId="273"/>
            <ac:spMk id="2" creationId="{00000000-0000-0000-0000-000000000000}"/>
          </ac:spMkLst>
        </pc:spChg>
        <pc:spChg chg="del">
          <ac:chgData name="raju otlam" userId="e7af6e60409269ff" providerId="LiveId" clId="{27878E29-7EB3-4BBB-A4FF-086F78493BD6}" dt="2025-04-11T09:07:03.652" v="86" actId="21"/>
          <ac:spMkLst>
            <pc:docMk/>
            <pc:sldMk cId="0" sldId="273"/>
            <ac:spMk id="3" creationId="{00000000-0000-0000-0000-000000000000}"/>
          </ac:spMkLst>
        </pc:spChg>
        <pc:picChg chg="add mod">
          <ac:chgData name="raju otlam" userId="e7af6e60409269ff" providerId="LiveId" clId="{27878E29-7EB3-4BBB-A4FF-086F78493BD6}" dt="2025-04-11T09:09:04.173" v="149" actId="1076"/>
          <ac:picMkLst>
            <pc:docMk/>
            <pc:sldMk cId="0" sldId="273"/>
            <ac:picMk id="5" creationId="{6EFD1E35-5A90-06E4-E613-FE9B26498C20}"/>
          </ac:picMkLst>
        </pc:picChg>
        <pc:picChg chg="add mod">
          <ac:chgData name="raju otlam" userId="e7af6e60409269ff" providerId="LiveId" clId="{27878E29-7EB3-4BBB-A4FF-086F78493BD6}" dt="2025-04-11T09:09:01.502" v="148" actId="14100"/>
          <ac:picMkLst>
            <pc:docMk/>
            <pc:sldMk cId="0" sldId="273"/>
            <ac:picMk id="7" creationId="{CE48D03A-5B91-877E-7F35-61107A6B1CB1}"/>
          </ac:picMkLst>
        </pc:picChg>
        <pc:picChg chg="add mod">
          <ac:chgData name="raju otlam" userId="e7af6e60409269ff" providerId="LiveId" clId="{27878E29-7EB3-4BBB-A4FF-086F78493BD6}" dt="2025-04-11T09:09:30.518" v="153" actId="1076"/>
          <ac:picMkLst>
            <pc:docMk/>
            <pc:sldMk cId="0" sldId="273"/>
            <ac:picMk id="9" creationId="{C025348E-AA59-E682-81A5-B987DAD98284}"/>
          </ac:picMkLst>
        </pc:picChg>
      </pc:sldChg>
      <pc:sldChg chg="add setBg">
        <pc:chgData name="raju otlam" userId="e7af6e60409269ff" providerId="LiveId" clId="{27878E29-7EB3-4BBB-A4FF-086F78493BD6}" dt="2025-04-11T09:06:55.083" v="85"/>
        <pc:sldMkLst>
          <pc:docMk/>
          <pc:sldMk cId="0" sldId="274"/>
        </pc:sldMkLst>
      </pc:sldChg>
      <pc:sldChg chg="add setBg">
        <pc:chgData name="raju otlam" userId="e7af6e60409269ff" providerId="LiveId" clId="{27878E29-7EB3-4BBB-A4FF-086F78493BD6}" dt="2025-04-11T09:09:45.788" v="154"/>
        <pc:sldMkLst>
          <pc:docMk/>
          <pc:sldMk cId="0" sldId="275"/>
        </pc:sldMkLst>
      </pc:sldChg>
      <pc:sldChg chg="add del">
        <pc:chgData name="raju otlam" userId="e7af6e60409269ff" providerId="LiveId" clId="{27878E29-7EB3-4BBB-A4FF-086F78493BD6}" dt="2025-04-11T09:10:04.603" v="160" actId="2696"/>
        <pc:sldMkLst>
          <pc:docMk/>
          <pc:sldMk cId="55181000" sldId="276"/>
        </pc:sldMkLst>
      </pc:sldChg>
      <pc:sldChg chg="add del">
        <pc:chgData name="raju otlam" userId="e7af6e60409269ff" providerId="LiveId" clId="{27878E29-7EB3-4BBB-A4FF-086F78493BD6}" dt="2025-04-11T09:10:06.897" v="161" actId="2696"/>
        <pc:sldMkLst>
          <pc:docMk/>
          <pc:sldMk cId="4041983477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9695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09575" y="-3572"/>
            <a:ext cx="3761184" cy="5147072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6301" y="1035052"/>
            <a:ext cx="6430967" cy="1962149"/>
          </a:xfrm>
        </p:spPr>
        <p:txBody>
          <a:bodyPr anchor="b">
            <a:normAutofit/>
          </a:bodyPr>
          <a:lstStyle>
            <a:lvl1pPr algn="r">
              <a:defRPr sz="45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6533" y="2997200"/>
            <a:ext cx="5240734" cy="1041401"/>
          </a:xfrm>
        </p:spPr>
        <p:txBody>
          <a:bodyPr anchor="t">
            <a:normAutofit/>
          </a:bodyPr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CF54-544E-47DD-9EA8-3754DD932666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99309" y="4412457"/>
            <a:ext cx="3243033" cy="273844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9753B-AD0A-46EB-96E1-AE9AAB3BF2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51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CF54-544E-47DD-9EA8-3754DD932666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13893" y="4400349"/>
            <a:ext cx="413375" cy="273844"/>
          </a:xfrm>
        </p:spPr>
        <p:txBody>
          <a:bodyPr/>
          <a:lstStyle/>
          <a:p>
            <a:fld id="{2349753B-AD0A-46EB-96E1-AE9AAB3BF2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6903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9">
            <a:extLst>
              <a:ext uri="{FF2B5EF4-FFF2-40B4-BE49-F238E27FC236}">
                <a16:creationId xmlns:a16="http://schemas.microsoft.com/office/drawing/2014/main" id="{08F283E7-B0BC-79F5-0C9E-8717DC9EB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2789" y="1751428"/>
            <a:ext cx="6281223" cy="464234"/>
          </a:xfrm>
        </p:spPr>
        <p:txBody>
          <a:bodyPr>
            <a:noAutofit/>
          </a:bodyPr>
          <a:lstStyle/>
          <a:p>
            <a:r>
              <a:rPr lang="en-IN" sz="3200" b="1" dirty="0"/>
              <a:t>Business Dashboard Summary</a:t>
            </a:r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CF0EF643-89E8-9491-6FE5-689B4C0D4ACB}"/>
              </a:ext>
            </a:extLst>
          </p:cNvPr>
          <p:cNvSpPr txBox="1">
            <a:spLocks/>
          </p:cNvSpPr>
          <p:nvPr/>
        </p:nvSpPr>
        <p:spPr>
          <a:xfrm>
            <a:off x="2321168" y="2832295"/>
            <a:ext cx="5549705" cy="464234"/>
          </a:xfrm>
        </p:spPr>
        <p:txBody>
          <a:bodyPr anchor="t">
            <a:no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A634FC-19D7-7241-C924-D12935FE9FB7}"/>
              </a:ext>
            </a:extLst>
          </p:cNvPr>
          <p:cNvSpPr txBox="1"/>
          <p:nvPr/>
        </p:nvSpPr>
        <p:spPr>
          <a:xfrm rot="10800000" flipV="1">
            <a:off x="3538024" y="2613520"/>
            <a:ext cx="5317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comprehensive view of key metrics and trends</a:t>
            </a:r>
          </a:p>
        </p:txBody>
      </p:sp>
    </p:spTree>
    <p:extLst>
      <p:ext uri="{BB962C8B-B14F-4D97-AF65-F5344CB8AC3E}">
        <p14:creationId xmlns:p14="http://schemas.microsoft.com/office/powerpoint/2010/main" val="5076607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Title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Business Dashboard Summary is a concise overview of key performance indicators.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serves as a visual representation of data for quick insights.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title sets the tone for the presentation and engages the audience.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Purpose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purpose of this presentation is to inform stakeholders about business performance.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aims to highlight important metrics that drive decision-making.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summarizing data, the dashboard allows for effective communication of trends and insights.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Key Metrics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Key metrics include sales growth, customer acquisition, and operational efficiency.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These metrics help in assessing the overall health of the business.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Regular tracking of these indicators enables timely strategic adjustments.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Visual Representation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Visual elements, such as charts and graphs, enhance data comprehension.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allow for quick identification of patterns and anomalies.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well-designed dashboard makes complex data accessible and actionable.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</a:rPr>
              <a:t>Screenshots of Dashboard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FD1E35-5A90-06E4-E613-FE9B26498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73783"/>
            <a:ext cx="3840480" cy="19874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48D03A-5B91-877E-7F35-61107A6B1C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372" y="767900"/>
            <a:ext cx="4125621" cy="21933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25348E-AA59-E682-81A5-B987DAD982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6872" y="3016625"/>
            <a:ext cx="3791244" cy="2126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Benefits of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Dashboards provide real-time access to critical business information.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facilitate proactive decision-making by highlighting areas of concern.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Utilizing dashboards can lead to improved performance and accountability across teams.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 conclusion, the Business Dashboard Summary is an essential tool for stakeholders.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consolidates important data into a digestible format for easy analysis.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An effective dashboard can significantly enhance business strategy and execution.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37130-26C3-E91A-D9F6-FAD7B8D27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32" y="358487"/>
            <a:ext cx="7520636" cy="39849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latin typeface="Algerian" panose="04020705040A02060702" pitchFamily="82" charset="0"/>
              </a:rPr>
              <a:t>THANK YOU</a:t>
            </a:r>
            <a:endParaRPr lang="en-IN" sz="66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6766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244</Words>
  <Application>Microsoft Office PowerPoint</Application>
  <PresentationFormat>On-screen Show (16:9)</PresentationFormat>
  <Paragraphs>47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Algerian</vt:lpstr>
      <vt:lpstr>Arial</vt:lpstr>
      <vt:lpstr>Optima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Non-Conventional Sources Of Finance</dc:title>
  <dc:subject>Non-Conventional Sources Of Finance</dc:subject>
  <dc:creator>SlideMake.com</dc:creator>
  <cp:lastModifiedBy>raju otlam</cp:lastModifiedBy>
  <cp:revision>2</cp:revision>
  <dcterms:created xsi:type="dcterms:W3CDTF">2025-03-16T08:00:19Z</dcterms:created>
  <dcterms:modified xsi:type="dcterms:W3CDTF">2025-04-11T09:10:35Z</dcterms:modified>
</cp:coreProperties>
</file>